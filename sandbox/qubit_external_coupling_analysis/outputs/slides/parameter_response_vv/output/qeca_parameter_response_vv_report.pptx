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8065008" y="749808"/>
            <a:ext cx="4123944" cy="6108192"/>
          </a:xfrm>
          <a:prstGeom prst="rect">
            <a:avLst/>
          </a:prstGeom>
          <a:solidFill>
            <a:srgbClr val="F1EEE7"/>
          </a:solidFill>
          <a:ln w="12700">
            <a:solidFill>
              <a:srgbClr val="F1EEE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530352"/>
            <a:ext cx="2606040" cy="384048"/>
          </a:xfrm>
          <a:prstGeom prst="roundRect">
            <a:avLst>
              <a:gd name="adj" fmla="val 21429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630936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TEMPLATE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749808" y="1316736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[Report title]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49808" y="248716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subtitle, scope, or one-paragraph framing here.]</a:t>
            </a:r>
            <a:endParaRPr lang="en-US" sz="1140" dirty="0"/>
          </a:p>
        </p:txBody>
      </p:sp>
      <p:sp>
        <p:nvSpPr>
          <p:cNvPr id="9" name="Shape 7"/>
          <p:cNvSpPr/>
          <p:nvPr/>
        </p:nvSpPr>
        <p:spPr>
          <a:xfrm>
            <a:off x="8394192" y="1408176"/>
            <a:ext cx="2816352" cy="4462272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68512" y="171907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list]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8613648" y="2029968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3]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4]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8668512" y="479145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notes / metadata]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Method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[Method / framework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method summary or leave blank.]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2029968"/>
            <a:ext cx="2761488" cy="2048256"/>
          </a:xfrm>
          <a:prstGeom prst="roundRect">
            <a:avLst>
              <a:gd name="adj" fmla="val 5357"/>
            </a:avLst>
          </a:prstGeom>
          <a:solidFill>
            <a:srgbClr val="EAF1FF"/>
          </a:solidFill>
          <a:ln w="13335">
            <a:solidFill>
              <a:srgbClr val="BED1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2267712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 Verification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969264" y="2615184"/>
            <a:ext cx="2194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criterion]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005072" y="2029968"/>
            <a:ext cx="2761488" cy="2048256"/>
          </a:xfrm>
          <a:prstGeom prst="roundRect">
            <a:avLst>
              <a:gd name="adj" fmla="val 5357"/>
            </a:avLst>
          </a:prstGeom>
          <a:solidFill>
            <a:srgbClr val="FFF5E5"/>
          </a:solidFill>
          <a:ln w="13335">
            <a:solidFill>
              <a:srgbClr val="F0D49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24528" y="2267712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8871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 Solution Verification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4224528" y="2615184"/>
            <a:ext cx="2194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criterion]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7260336" y="2029968"/>
            <a:ext cx="2761488" cy="2048256"/>
          </a:xfrm>
          <a:prstGeom prst="roundRect">
            <a:avLst>
              <a:gd name="adj" fmla="val 5357"/>
            </a:avLst>
          </a:prstGeom>
          <a:solidFill>
            <a:srgbClr val="ECF7F1"/>
          </a:solidFill>
          <a:ln w="13335">
            <a:solidFill>
              <a:srgbClr val="B7DD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2267712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D8A6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 Validation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7479792" y="2615184"/>
            <a:ext cx="2194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criterion]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749808" y="4407408"/>
            <a:ext cx="1097280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6451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[Checklist / notes]</a:t>
            </a:r>
            <a:endParaRPr lang="en-US" sz="1090" dirty="0"/>
          </a:p>
        </p:txBody>
      </p:sp>
      <p:sp>
        <p:nvSpPr>
          <p:cNvPr id="18" name="Text 16"/>
          <p:cNvSpPr/>
          <p:nvPr/>
        </p:nvSpPr>
        <p:spPr>
          <a:xfrm>
            <a:off x="932688" y="490118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1]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2]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3]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Topology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[Topology / diagram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context or leave blank.]</a:t>
            </a:r>
            <a:endParaRPr lang="en-US" sz="1100" dirty="0"/>
          </a:p>
        </p:txBody>
      </p:sp>
      <p:pic>
        <p:nvPicPr>
          <p:cNvPr id="7" name="Image 0" descr="/Users/arfiligol/Github/superconducting-circuits-tutorial/.worktrees/sandbox-report-templates/sandbox/qubit_external_coupling_analysis/outputs/slides/parameter_response_vv/output/generated_assets/topology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56816"/>
            <a:ext cx="10899648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Inventory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[Inventory / matrix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context or leave blank.]</a:t>
            </a:r>
            <a:endParaRPr lang="en-US" sz="1100" dirty="0"/>
          </a:p>
        </p:txBody>
      </p:sp>
      <p:pic>
        <p:nvPicPr>
          <p:cNvPr id="7" name="Image 0" descr="/Users/arfiligol/Github/superconducting-circuits-tutorial/.worktrees/sandbox-report-templates/sandbox/qubit_external_coupling_analysis/outputs/slides/parameter_response_vv/output/generated_assets/pairwis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01952"/>
            <a:ext cx="1088136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Subsystem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Qubit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875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structure.]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38528"/>
            <a:ext cx="3145536" cy="1408176"/>
          </a:xfrm>
          <a:prstGeom prst="roundRect">
            <a:avLst>
              <a:gd name="adj" fmla="val 7792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76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Knobs In This Study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68880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511296"/>
            <a:ext cx="3145536" cy="1591056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4041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structure.]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4114800" y="1938528"/>
            <a:ext cx="3438144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1762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Qualitative Response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315968" y="2487168"/>
            <a:ext cx="29077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3]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4370832" y="41148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Counts As A Good Sign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315968" y="4425696"/>
            <a:ext cx="29077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3]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790688" y="1938528"/>
            <a:ext cx="3657600" cy="3163824"/>
          </a:xfrm>
          <a:prstGeom prst="roundRect">
            <a:avLst>
              <a:gd name="adj" fmla="val 346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91856" y="2176272"/>
            <a:ext cx="3255264" cy="2724912"/>
          </a:xfrm>
          <a:prstGeom prst="roundRect">
            <a:avLst>
              <a:gd name="adj" fmla="val 4027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395728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11312" y="2688336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11312" y="3346704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193024" y="3566160"/>
            <a:ext cx="2852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Subsystem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Readout Resonator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875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structure.]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38528"/>
            <a:ext cx="3145536" cy="1408176"/>
          </a:xfrm>
          <a:prstGeom prst="roundRect">
            <a:avLst>
              <a:gd name="adj" fmla="val 7792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76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Knobs In This Study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68880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511296"/>
            <a:ext cx="3145536" cy="1591056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4041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structure.]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4114800" y="1938528"/>
            <a:ext cx="3438144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1762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Qualitative Response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315968" y="2487168"/>
            <a:ext cx="29077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3]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4370832" y="41148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Counts As A Good Sign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315968" y="4425696"/>
            <a:ext cx="29077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3]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790688" y="1938528"/>
            <a:ext cx="3657600" cy="3163824"/>
          </a:xfrm>
          <a:prstGeom prst="roundRect">
            <a:avLst>
              <a:gd name="adj" fmla="val 346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91856" y="2176272"/>
            <a:ext cx="3255264" cy="2724912"/>
          </a:xfrm>
          <a:prstGeom prst="roundRect">
            <a:avLst>
              <a:gd name="adj" fmla="val 4027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395728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11312" y="2688336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11312" y="3346704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193024" y="3566160"/>
            <a:ext cx="2852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Subsystem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XY Line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875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structure.]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38528"/>
            <a:ext cx="3145536" cy="1408176"/>
          </a:xfrm>
          <a:prstGeom prst="roundRect">
            <a:avLst>
              <a:gd name="adj" fmla="val 7792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76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Knobs In This Study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68880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511296"/>
            <a:ext cx="3145536" cy="1591056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4041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structure.]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4114800" y="1938528"/>
            <a:ext cx="3438144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1762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Qualitative Response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315968" y="2487168"/>
            <a:ext cx="29077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3]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4370832" y="41148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Counts As A Good Sign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315968" y="4425696"/>
            <a:ext cx="29077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3]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790688" y="1938528"/>
            <a:ext cx="3657600" cy="3163824"/>
          </a:xfrm>
          <a:prstGeom prst="roundRect">
            <a:avLst>
              <a:gd name="adj" fmla="val 346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91856" y="2176272"/>
            <a:ext cx="3255264" cy="2724912"/>
          </a:xfrm>
          <a:prstGeom prst="roundRect">
            <a:avLst>
              <a:gd name="adj" fmla="val 4027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395728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11312" y="2688336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11312" y="3346704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193024" y="3566160"/>
            <a:ext cx="2852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Subsystem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Readout Line With Purcell Filter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875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structure.]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38528"/>
            <a:ext cx="3145536" cy="1408176"/>
          </a:xfrm>
          <a:prstGeom prst="roundRect">
            <a:avLst>
              <a:gd name="adj" fmla="val 7792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76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Knobs In This Study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68880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[Parameter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511296"/>
            <a:ext cx="3145536" cy="1591056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4041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structure.]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4114800" y="1938528"/>
            <a:ext cx="3438144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1762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Qualitative Response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315968" y="2487168"/>
            <a:ext cx="29077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 3]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4370832" y="41148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Counts As A Good Sign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315968" y="4425696"/>
            <a:ext cx="29077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 3]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790688" y="1938528"/>
            <a:ext cx="3657600" cy="3163824"/>
          </a:xfrm>
          <a:prstGeom prst="roundRect">
            <a:avLst>
              <a:gd name="adj" fmla="val 346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91856" y="2176272"/>
            <a:ext cx="3255264" cy="2724912"/>
          </a:xfrm>
          <a:prstGeom prst="roundRect">
            <a:avLst>
              <a:gd name="adj" fmla="val 4027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2395728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11312" y="2688336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11312" y="3346704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193024" y="3566160"/>
            <a:ext cx="2852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Qubit ↔ XY Line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Direct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Qubit ↔ Readout Resonator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Direct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Readout Resonator ↔ Readout Line + Purcell Filter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Direct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Qubit ↔ Readout Line + Purcell Filter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FFF5E5"/>
          </a:solidFill>
          <a:ln w="12700">
            <a:solidFill>
              <a:srgbClr val="F0D4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C8871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Mediated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Readout Resonator ↔ XY Line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FFF5E5"/>
          </a:solidFill>
          <a:ln w="12700">
            <a:solidFill>
              <a:srgbClr val="F0D4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C8871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Mediated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Interface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XY Line ↔ Readout Line + Purcell Filter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one-line framing for this interface.]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948672" y="566928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FFF5E5"/>
          </a:solidFill>
          <a:ln w="12700">
            <a:solidFill>
              <a:srgbClr val="F0D4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8672" y="649224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C8871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Mediated Interface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Controlling Knobs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[Controlling knob 3]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Primary Matrix View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987552" y="3803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primary matrix / observable for this interface.]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Expected Behavior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2432304"/>
            <a:ext cx="2944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1]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2]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behavior 3]</a:t>
            </a:r>
            <a:endParaRPr lang="en-US" sz="990" dirty="0"/>
          </a:p>
        </p:txBody>
      </p:sp>
      <p:sp>
        <p:nvSpPr>
          <p:cNvPr id="18" name="Text 16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This Fails, Suspect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4443984" y="4370832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1]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2]</a:t>
            </a:r>
            <a:endParaRPr lang="en-US" sz="980" dirty="0"/>
          </a:p>
          <a:p>
            <a:pPr marL="152400" indent="-152400">
              <a:buSzPct val="100000"/>
              <a:buChar char="•"/>
            </a:pPr>
            <a:r>
              <a:rPr lang="en-US" sz="98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signature 3]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359152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notes area]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6517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 plot, table, or notes here.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375904" y="3310128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checklist]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8357616" y="3529584"/>
            <a:ext cx="2670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1]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visual 2]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short takeaway]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28832" y="64739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</a:t>
            </a:r>
            <a:endParaRPr lang="en-US" sz="87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Execution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[Execution / appendix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instructions or leave blank.]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20240"/>
            <a:ext cx="5394960" cy="405993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579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[Left panel title]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32688" y="248716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1]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2]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3]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4]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987552" y="44439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[Table / fields]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987552" y="4736592"/>
            <a:ext cx="3017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3]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4]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5]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5047488" cy="4059936"/>
          </a:xfrm>
          <a:prstGeom prst="roundRect">
            <a:avLst>
              <a:gd name="adj" fmla="val 2703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215798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[Right panel title]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6601968" y="2487168"/>
            <a:ext cx="4343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1]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2]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3]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4]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[Item 5]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56832" y="462686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[Decision / notes]</a:t>
            </a:r>
            <a:endParaRPr lang="en-US" sz="1090" dirty="0"/>
          </a:p>
        </p:txBody>
      </p:sp>
      <p:sp>
        <p:nvSpPr>
          <p:cNvPr id="16" name="Text 14"/>
          <p:cNvSpPr/>
          <p:nvPr/>
        </p:nvSpPr>
        <p:spPr>
          <a:xfrm>
            <a:off x="6656832" y="490118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final note or rule.]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QECA Parameter-Response Verification Report</dc:title>
  <dc:subject>QECA parameter-response V&amp;V report</dc:subject>
  <dc:creator>Codex</dc:creator>
  <cp:lastModifiedBy>Codex</cp:lastModifiedBy>
  <cp:revision>1</cp:revision>
  <dcterms:created xsi:type="dcterms:W3CDTF">2026-03-30T09:52:30Z</dcterms:created>
  <dcterms:modified xsi:type="dcterms:W3CDTF">2026-03-30T09:52:30Z</dcterms:modified>
</cp:coreProperties>
</file>